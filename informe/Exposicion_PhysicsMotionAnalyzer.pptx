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CBD5E1"/>
                </a:solidFill>
                <a:latin typeface="Segoe UI"/>
              </a:rPr>
              <a:t>PROYECTO FINAL · FÍSICA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Segoe UI"/>
              </a:rPr>
              <a:t>PhysicsMotionAnalyzer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DBEAFE"/>
                </a:solidFill>
                <a:latin typeface="Segoe UI"/>
              </a:rPr>
              <a:t>Sistema Inteligente de Análisis Cinemático en Tiempo Real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14800"/>
            <a:ext cx="2286000" cy="2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Universidad Mariano Gálvez de Guatemala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Facultad de Ingeniería en Sistemas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onsolas"/>
              </a:rPr>
              <a:t>Python 3.14   ·   OpenCV   ·   NumPy   ·   GitHub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¿QUÉ HACE EL SISTEMA?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Segoe UI"/>
              </a:rPr>
              <a:t>Mide cinemática con solo una cámara, sin sensores costosos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566160" cy="3474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66160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56616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200" b="0">
                <a:solidFill>
                  <a:srgbClr val="2563EB"/>
                </a:solidFill>
                <a:latin typeface="Segoe UI"/>
              </a:rPr>
              <a:t>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DETECTA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Segoe UI"/>
              </a:rPr>
              <a:t>Localiza un objeto por su color usando visión por computadora (HSV) y lo sigue específicamente, ignorando otros objetos del mismo color.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566160" cy="3474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5661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03120"/>
            <a:ext cx="356616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200" b="0">
                <a:solidFill>
                  <a:srgbClr val="10B981"/>
                </a:solidFill>
                <a:latin typeface="Segoe UI"/>
              </a:rPr>
              <a:t>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0175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CALCULA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Segoe UI"/>
              </a:rPr>
              <a:t>Mide posición, velocidad y aceleración en tiempo real usando diferencias finitas y filtros para reducir ruido.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566160" cy="3474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2103120"/>
            <a:ext cx="356616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200" b="0">
                <a:solidFill>
                  <a:srgbClr val="F59E0B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017520"/>
            <a:ext cx="35661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Segoe UI"/>
              </a:rPr>
              <a:t>CLASIFICA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566160"/>
            <a:ext cx="3200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Segoe UI"/>
              </a:rPr>
              <a:t>Identifica automáticamente si el movimiento es MRU, MRUV o Caída Libre, y compara contra la curva teórica.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Segoe UI"/>
              </a:rPr>
              <a:t>👉  Vamos a verlo en vivo…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RESULTADOS Y VALIDACIÓN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Segoe UI"/>
              </a:rPr>
              <a:t>Precisión medida contra valores teóricos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743200" cy="15544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91440" cy="1554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MRU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24688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Segoe UI"/>
              </a:rPr>
              <a:t>0.00 %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Velocidad constante · error medio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737360"/>
            <a:ext cx="2743200" cy="15544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91440" cy="1554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87452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MRUV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240280"/>
            <a:ext cx="24688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10B981"/>
                </a:solidFill>
                <a:latin typeface="Segoe UI"/>
              </a:rPr>
              <a:t>0.70 %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8036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Aceleración constante · error 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37360"/>
            <a:ext cx="2743200" cy="15544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737360"/>
            <a:ext cx="91440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87452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CAÍDA LIBRE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240280"/>
            <a:ext cx="246888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F59E0B"/>
                </a:solidFill>
                <a:latin typeface="Segoe UI"/>
              </a:rPr>
              <a:t>4.54 %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880360"/>
            <a:ext cx="24688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g medido vs 9.8 m/s²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1737360"/>
            <a:ext cx="2377440" cy="15544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26880" y="1737360"/>
            <a:ext cx="91440" cy="15544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1874520"/>
            <a:ext cx="2103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Segoe UI"/>
              </a:rPr>
              <a:t>DETECCIONES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240280"/>
            <a:ext cx="210312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>
                <a:solidFill>
                  <a:srgbClr val="8B5CF6"/>
                </a:solidFill>
                <a:latin typeface="Segoe UI"/>
              </a:rPr>
              <a:t>86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80360"/>
            <a:ext cx="21031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Frames procesados con éxito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Segoe UI"/>
              </a:rPr>
              <a:t>Cómo lo logramos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97680"/>
            <a:ext cx="2743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563EB"/>
                </a:solidFill>
                <a:latin typeface="Segoe U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Segoe UI"/>
              </a:rPr>
              <a:t>Calibrador visual con lock-on que sigue el objeto sin distraerse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54880"/>
            <a:ext cx="2743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563EB"/>
                </a:solidFill>
                <a:latin typeface="Segoe U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47548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Segoe UI"/>
              </a:rPr>
              <a:t>Filtro Savitzky-Golay que suaviza el ruido de las derivadas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2743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563EB"/>
                </a:solidFill>
                <a:latin typeface="Segoe U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2120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Segoe UI"/>
              </a:rPr>
              <a:t>Recorte del video al tramo de movimiento puro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669280"/>
            <a:ext cx="2743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2563EB"/>
                </a:solidFill>
                <a:latin typeface="Segoe U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Segoe UI"/>
              </a:rPr>
              <a:t>Comparación automática contra ecuaciones teóricas de cinemática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Segoe UI"/>
              </a:rPr>
              <a:t>PROBALO AHORA  ·  ESCANEÁ EL QR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600" b="0">
                <a:solidFill>
                  <a:srgbClr val="DBEAFE"/>
                </a:solidFill>
                <a:latin typeface="Segoe UI"/>
              </a:rPr>
              <a:t>Funciona desde celular y PC, sin necesidad de instalar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9956" y="1783080"/>
            <a:ext cx="3749040" cy="3749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si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1920240"/>
            <a:ext cx="347472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DBEAFE"/>
                </a:solidFill>
                <a:latin typeface="Consolas"/>
              </a:rPr>
              <a:t>https://ghangelgg.github.io/PhysicsMotionAnalyzer/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Consolas"/>
              </a:rPr>
              <a:t>Código fuente:  https://github.com/GHAngelGG/PhysicsMotionAnalyzer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Segoe UI"/>
              </a:rPr>
              <a:t>¡ GRACIAS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