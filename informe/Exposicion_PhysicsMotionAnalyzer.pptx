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CBD5E1"/>
                </a:solidFill>
                <a:latin typeface="Segoe UI"/>
              </a:rPr>
              <a:t>PROYECTO FINAL · FÍSICA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PhysicsMotionAnalyzer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0">
                <a:solidFill>
                  <a:srgbClr val="DBEAFE"/>
                </a:solidFill>
                <a:latin typeface="Segoe UI"/>
              </a:rPr>
              <a:t>Sistema Inteligente de Análisis Cinemático en Tiempo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14800"/>
            <a:ext cx="2286000" cy="2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Segoe UI"/>
              </a:rPr>
              <a:t>Universidad Mariano Gálvez de Guatemala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Facultad de Ingeniería en Sistemas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onsolas"/>
              </a:rPr>
              <a:t>Python 3.14   ·   OpenCV   ·   NumPy   ·   GitHub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¿QUÉ HACE EL SISTEMA?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Segoe UI"/>
              </a:rPr>
              <a:t>Mide cinemática con solo una cámara, sin sensores costosos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34747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66160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566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200" b="0">
                <a:solidFill>
                  <a:srgbClr val="2563EB"/>
                </a:solidFill>
                <a:latin typeface="Segoe UI"/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566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DETECTA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3200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Localiza un objeto por su color usando visión por computadora (HSV) y lo sigue específicamente, ignorando otros objetos del mismo color.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566160" cy="34747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35661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103120"/>
            <a:ext cx="3566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200" b="0">
                <a:solidFill>
                  <a:srgbClr val="10B981"/>
                </a:solidFill>
                <a:latin typeface="Segoe UI"/>
              </a:rPr>
              <a:t>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017520"/>
            <a:ext cx="3566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CALCULA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566160"/>
            <a:ext cx="3200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Mide posición, velocidad y aceleración en tiempo real usando diferencias finitas y filtros para reducir ruido.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566160" cy="34747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5661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103120"/>
            <a:ext cx="3566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200" b="0">
                <a:solidFill>
                  <a:srgbClr val="F59E0B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17520"/>
            <a:ext cx="3566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Segoe UI"/>
              </a:rPr>
              <a:t>CLASIFICA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3200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  <a:latin typeface="Segoe UI"/>
              </a:rPr>
              <a:t>Identifica automáticamente si el movimiento es MRU, MRUV o Caída Libre, y compara contra la curva teórica.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Segoe UI"/>
              </a:rPr>
              <a:t>👉  Vamos a verlo en vivo…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RESULTADOS Y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Precisión medida contra valores teóricos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743200" cy="15544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91440" cy="1554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MRU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24688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Segoe UI"/>
              </a:rPr>
              <a:t>0.00 %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Velocidad constante · error medio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2743200" cy="15544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91440" cy="1554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87452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MRUV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240280"/>
            <a:ext cx="24688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Segoe UI"/>
              </a:rPr>
              <a:t>0.70 %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88036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Aceleración constante · error medio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2743200" cy="15544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737360"/>
            <a:ext cx="91440" cy="1554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87452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CAÍDA LIBRE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240280"/>
            <a:ext cx="24688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Segoe UI"/>
              </a:rPr>
              <a:t>4.54 %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880360"/>
            <a:ext cx="2468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g medido vs 9.8 m/s²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737360"/>
            <a:ext cx="2377440" cy="15544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737360"/>
            <a:ext cx="91440" cy="15544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187452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Segoe UI"/>
              </a:rPr>
              <a:t>DETECCIONES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240280"/>
            <a:ext cx="210312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8B5CF6"/>
                </a:solidFill>
                <a:latin typeface="Segoe UI"/>
              </a:rPr>
              <a:t>86 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880360"/>
            <a:ext cx="21031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Segoe UI"/>
              </a:rPr>
              <a:t>Frames procesados con éxito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Cómo lo logramos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274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563EB"/>
                </a:solidFill>
                <a:latin typeface="Segoe U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>Calibrador visual con lock-on que sigue el objeto sin distraerse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80"/>
            <a:ext cx="274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563EB"/>
                </a:solidFill>
                <a:latin typeface="Segoe U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>Filtro Savitzky-Golay que suaviza el ruido de las derivadas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274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563EB"/>
                </a:solidFill>
                <a:latin typeface="Segoe UI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>Recorte del video al tramo de movimiento puro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274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2563EB"/>
                </a:solidFill>
                <a:latin typeface="Segoe UI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Segoe UI"/>
              </a:rPr>
              <a:t>Comparación automática contra ecuaciones teóricas de cinemática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TECNOLOGÍA Y VALOR AGREGADO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Segoe UI"/>
              </a:rPr>
              <a:t>Cómo está construido 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Segoe UI"/>
              </a:rPr>
              <a:t>🛠 Stack tecnológico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554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● Python 3.14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9456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Lenguaje principal, ideal para IA y visión por computadora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● OpenCV 4.13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5176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Procesamiento de video, detección por color HSV, contornos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554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● NumPy + SciPy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10896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Cálculos numéricos: derivadas, filtro Savitzky-Golay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554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● Matplotlib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56616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Gráficas de posición, velocidad y aceleración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1554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● Tkinter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02336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Interfaz gráfica de escritorio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554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Segoe UI"/>
              </a:rPr>
              <a:t>● HTML5 + 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480560"/>
            <a:ext cx="3840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Versión web responsiva (funciona en celular)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⭐ Valor agregado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19456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19456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IA aplicada a detección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560320"/>
            <a:ext cx="4754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Algoritmo de lock-on con tolerancia HSV adaptativa que sigue UN
objeto específico, ignorando otros del mismo color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7472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47472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Reconocimiento automático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840480"/>
            <a:ext cx="4754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Clasifica solo si el movimiento es MRU, MRUV o Caída Libre
según el promedio de aceleración medida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754879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754879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Segoe UI"/>
              </a:rPr>
              <a:t>Aplicación multiplataforma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120639"/>
            <a:ext cx="4754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</a:rPr>
              <a:t>Versión escritorio (Python) + versión web (cualquier celular,
sin instalar nada, accesible por QR)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LÓGICA FÍSICA + CÓMO FUNCIONA EL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</a:rPr>
              <a:t>Del píxel detectado a la variable física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Segoe UI"/>
              </a:rPr>
              <a:t>🎯  Cómo medimos cada variable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548640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1. POSICIÓN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1206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onsolas"/>
              </a:rPr>
              <a:t>OpenCV calcula el centroide (cx, cy) del contorno detectado:
    cx = M10 / M00,   cy = M01 / M00
Luego se convierte de píxeles a metros usando la calibración.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548640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2. VELOCIDAD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51206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onsolas"/>
              </a:rPr>
              <a:t>Derivada numérica con diferencias finitas centrales:
    v[i] = (x[i+1] − x[i−1]) / (t[i+1] − t[i−1])
Más preciso que adelante/atrás.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548640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5120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Segoe UI"/>
              </a:rPr>
              <a:t>3. ACELERACIÓN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51206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onsolas"/>
              </a:rPr>
              <a:t>Segunda derivada central:
    a[i] = (x[i+1] − 2·x[i] + x[i−1]) / Δt²
Filtro Savitzky-Golay para reducir ruido.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📐  Ecuaciones por tipo de movimiento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53035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Segoe UI"/>
              </a:rPr>
              <a:t>MRU — Velocidad constante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937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onsolas"/>
              </a:rPr>
              <a:t>x(t) = x₀ + v · t
Se cumple cuando |ā| &lt; 0.5 m/s²
(aceleración prácticamente nula)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291840"/>
            <a:ext cx="53035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38328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Segoe UI"/>
              </a:rPr>
              <a:t>MRUV — Aceleración constante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03320"/>
            <a:ext cx="4937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onsolas"/>
              </a:rPr>
              <a:t>x(t) = x₀ + v₀·t + ½·a·t²
v(t) = v₀ + a·t
Para cualquier aceleración constante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663440"/>
            <a:ext cx="53035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754880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Segoe UI"/>
              </a:rPr>
              <a:t>Caída Libre — g = 9.8 m/s²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74920"/>
            <a:ext cx="493776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0F172A"/>
                </a:solidFill>
                <a:latin typeface="Consolas"/>
              </a:rPr>
              <a:t>y(t) = y₀ + v₀·t − ½·g·t²
Detectado si ||ā| − 9.8| &lt; 1.5 m/s²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Segoe UI"/>
              </a:rPr>
              <a:t>🔍 Detección visual:  BGR → HSV → máscara binaria → contornos → centroide → lock-on al objeto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PROBALO AHORA  ·  ESCANEÁ EL QR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DBEAFE"/>
                </a:solidFill>
                <a:latin typeface="Segoe UI"/>
              </a:rPr>
              <a:t>Funciona desde celular y PC, sin necesidad de instalar nada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9956" y="1783080"/>
            <a:ext cx="3749040" cy="3749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si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1920240"/>
            <a:ext cx="347472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DBEAFE"/>
                </a:solidFill>
                <a:latin typeface="Consolas"/>
              </a:rPr>
              <a:t>https://ghangelgg.github.io/PhysicsMotionAnalyzer/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onsolas"/>
              </a:rPr>
              <a:t>Código fuente:  https://github.com/GHAngelGG/PhysicsMotionAnalyzer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Segoe UI"/>
              </a:rPr>
              <a:t>¡ GRACIAS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